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heme" Target="theme/theme1.xml" /><Relationship Id="rId5" Type="http://schemas.openxmlformats.org/officeDocument/2006/relationships/slide" Target="slides/slide4.xml" /><Relationship Id="rId1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1.jp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D4CE4-AB9E-44F8-2C23-31CDEF9EAE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/>
              <a:t>Blood Donor Finder System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CA9B46-3800-275C-31E7-D756C6ADBA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/>
              <a:t>Team Members:</a:t>
            </a:r>
          </a:p>
          <a:p>
            <a:r>
              <a:rPr lang="en-IN"/>
              <a:t>Anitha r    ,    ashika V    ,   dharani m     ,  harini s</a:t>
            </a:r>
          </a:p>
          <a:p>
            <a:r>
              <a:rPr lang="en-IN"/>
              <a:t>Cse -A</a:t>
            </a:r>
          </a:p>
        </p:txBody>
      </p:sp>
    </p:spTree>
    <p:extLst>
      <p:ext uri="{BB962C8B-B14F-4D97-AF65-F5344CB8AC3E}">
        <p14:creationId xmlns:p14="http://schemas.microsoft.com/office/powerpoint/2010/main" val="500698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99504-09C7-2B75-B316-F253ABD0F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Introduction 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732D6-4445-D065-86F8-70AD94CE2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/>
              <a:t>🔹Blood is essential for saving lives.
🔹In emergencies, finding a suitable blood donor quickly is difficult.</a:t>
            </a:r>
          </a:p>
          <a:p>
            <a:pPr marL="0" indent="0">
              <a:buNone/>
            </a:pPr>
            <a:r>
              <a:rPr lang="en-IN"/>
              <a:t>🔹Our system helps to find nearby blood donors easily and fast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112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188A5-110A-569F-5116-92053FA4A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Problem statement 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8580F-3D2B-09A3-BBB4-2D1986CFF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/>
              <a:t>🔹Delay in finding blood donors during emergencies.</a:t>
            </a:r>
          </a:p>
          <a:p>
            <a:pPr marL="0" indent="0">
              <a:buNone/>
            </a:pPr>
            <a:r>
              <a:rPr lang="en-IN"/>
              <a:t>🔹No centralized platform to connect donors and patients.</a:t>
            </a:r>
          </a:p>
          <a:p>
            <a:pPr marL="0" indent="0">
              <a:buNone/>
            </a:pPr>
            <a:r>
              <a:rPr lang="en-IN"/>
              <a:t>🔹Manual searching is slow and unreliable.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402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2B39A-F9D8-5C2B-1B05-4DBFD67AC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Objective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FA6BE-90E0-0D15-4277-BB28C28E3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/>
              <a:t>🔹To create a system that helps users find nearby blood donors quickly.</a:t>
            </a:r>
          </a:p>
          <a:p>
            <a:pPr marL="0" indent="0">
              <a:buNone/>
            </a:pPr>
            <a:r>
              <a:rPr lang="en-IN"/>
              <a:t>🔹To reduce time and save lives.</a:t>
            </a:r>
          </a:p>
          <a:p>
            <a:pPr marL="0" indent="0">
              <a:buNone/>
            </a:pPr>
            <a:r>
              <a:rPr lang="en-IN"/>
              <a:t>🔹To provide an easy-to-use platform for donors and receivers.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832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7DB36-0EA1-9E35-5F4F-0E16424DF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Features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1F96A-DC4C-C57E-CA82-8D0B24BF8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/>
              <a:t>🔹User registration (Donor &amp; Receiver)
🔹Search donor by blood group and location
🔹Contact donor easily</a:t>
            </a:r>
          </a:p>
          <a:p>
            <a:pPr marL="0" indent="0">
              <a:buNone/>
            </a:pPr>
            <a:r>
              <a:rPr lang="en-IN"/>
              <a:t>🔹Simple and user-friendly interface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181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C3409-C5B2-6EDF-0009-B4721B87D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System Workflow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93BA2-969A-80A8-BE56-586C40F65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/>
              <a:t>🔹Donor adds blood group &amp; location
🔹Receiver searches required blood group
🔹System shows matching donors</a:t>
            </a:r>
          </a:p>
          <a:p>
            <a:pPr marL="0" indent="0">
              <a:buNone/>
            </a:pPr>
            <a:r>
              <a:rPr lang="en-IN"/>
              <a:t>🔹Receiver contacts donor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146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5CDCD-11DD-8498-3E0E-472E46147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Conclusion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3CADB-0C4F-2BC2-DD10-6F53B6E15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/>
              <a:t>🔹Blood Donor Finder System helps in saving lives.
🔹It provides quick and reliable donor searching</a:t>
            </a:r>
          </a:p>
          <a:p>
            <a:pPr marL="0" indent="0">
              <a:buNone/>
            </a:pPr>
            <a:r>
              <a:rPr lang="en-IN"/>
              <a:t>🔹This project can be very useful for society.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03091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Gallery</vt:lpstr>
      <vt:lpstr>Blood Donor Finder System</vt:lpstr>
      <vt:lpstr>Introduction </vt:lpstr>
      <vt:lpstr>Problem statement </vt:lpstr>
      <vt:lpstr>Objective</vt:lpstr>
      <vt:lpstr>Features</vt:lpstr>
      <vt:lpstr>System Workflow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Blood Donor Finder System</dc:title>
  <dc:creator>HARINI S</dc:creator>
  <cp:lastModifiedBy>HARINI S</cp:lastModifiedBy>
  <cp:revision>1</cp:revision>
  <dcterms:created xsi:type="dcterms:W3CDTF">2026-02-09T16:17:06Z</dcterms:created>
  <dcterms:modified xsi:type="dcterms:W3CDTF">2026-02-09T16:41:57Z</dcterms:modified>
</cp:coreProperties>
</file>