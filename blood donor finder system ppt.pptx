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31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36320" y="0"/>
            <a:ext cx="10058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0" y="3200400"/>
            <a:ext cx="100584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00" y="4724400"/>
            <a:ext cx="9144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6320" y="0"/>
            <a:ext cx="100584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276600"/>
            <a:ext cx="100584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4953000"/>
            <a:ext cx="9144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609601"/>
            <a:ext cx="48768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609601"/>
            <a:ext cx="48768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936" y="609600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1936" y="1329264"/>
            <a:ext cx="48768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536" y="609600"/>
            <a:ext cx="48768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1329264"/>
            <a:ext cx="48768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11936" y="1249362"/>
            <a:ext cx="487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193536" y="1249362"/>
            <a:ext cx="487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4572000"/>
            <a:ext cx="9046464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7821" y="457201"/>
            <a:ext cx="6126579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457200"/>
            <a:ext cx="3564876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871259" y="2514336"/>
            <a:ext cx="3810000" cy="211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936" y="4572000"/>
            <a:ext cx="9046464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" y="457200"/>
            <a:ext cx="100584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856" y="3505200"/>
            <a:ext cx="98552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685800"/>
            <a:ext cx="9652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6000" y="685802"/>
            <a:ext cx="24384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4400" y="685801"/>
            <a:ext cx="7620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4572000"/>
            <a:ext cx="90424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685800"/>
            <a:ext cx="100584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31200" y="620877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5999" y="6208777"/>
            <a:ext cx="6498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5687569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36320" y="0"/>
            <a:ext cx="10058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36320" y="6172200"/>
            <a:ext cx="100584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CD4CE4-AB9E-44F8-2C23-31CDEF9EA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590800"/>
            <a:ext cx="10007600" cy="2133600"/>
          </a:xfrm>
        </p:spPr>
        <p:txBody>
          <a:bodyPr>
            <a:normAutofit fontScale="90000"/>
          </a:bodyPr>
          <a:lstStyle/>
          <a:p>
            <a:r>
              <a:rPr lang="en-IN" dirty="0"/>
              <a:t>Blood Donor Finder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ECA9B46-3800-275C-31E7-D756C6ADB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Team Members:</a:t>
            </a:r>
          </a:p>
          <a:p>
            <a:r>
              <a:rPr lang="en-IN" dirty="0" err="1"/>
              <a:t>Anitha</a:t>
            </a:r>
            <a:r>
              <a:rPr lang="en-IN" dirty="0"/>
              <a:t> </a:t>
            </a:r>
            <a:r>
              <a:rPr lang="en-IN" dirty="0" smtClean="0"/>
              <a:t>R   </a:t>
            </a:r>
            <a:r>
              <a:rPr lang="en-IN" dirty="0"/>
              <a:t>,    </a:t>
            </a:r>
            <a:r>
              <a:rPr lang="en-IN" dirty="0" err="1"/>
              <a:t>A</a:t>
            </a:r>
            <a:r>
              <a:rPr lang="en-IN" dirty="0" err="1" smtClean="0"/>
              <a:t>shika</a:t>
            </a:r>
            <a:r>
              <a:rPr lang="en-IN" dirty="0" smtClean="0"/>
              <a:t> </a:t>
            </a:r>
            <a:r>
              <a:rPr lang="en-IN" dirty="0"/>
              <a:t>V    ,   </a:t>
            </a:r>
            <a:r>
              <a:rPr lang="en-IN" dirty="0" err="1"/>
              <a:t>D</a:t>
            </a:r>
            <a:r>
              <a:rPr lang="en-IN" dirty="0" err="1" smtClean="0"/>
              <a:t>harani</a:t>
            </a:r>
            <a:r>
              <a:rPr lang="en-IN" dirty="0" smtClean="0"/>
              <a:t> </a:t>
            </a:r>
            <a:r>
              <a:rPr lang="en-IN" dirty="0"/>
              <a:t> </a:t>
            </a:r>
            <a:r>
              <a:rPr lang="en-IN" dirty="0" smtClean="0"/>
              <a:t>M</a:t>
            </a:r>
            <a:r>
              <a:rPr lang="en-IN" dirty="0" smtClean="0"/>
              <a:t>     </a:t>
            </a:r>
            <a:r>
              <a:rPr lang="en-IN" dirty="0"/>
              <a:t>,  </a:t>
            </a:r>
            <a:r>
              <a:rPr lang="en-IN" dirty="0" err="1"/>
              <a:t>H</a:t>
            </a:r>
            <a:r>
              <a:rPr lang="en-IN" dirty="0" err="1" smtClean="0"/>
              <a:t>arini</a:t>
            </a:r>
            <a:r>
              <a:rPr lang="en-IN" dirty="0" smtClean="0"/>
              <a:t> </a:t>
            </a:r>
            <a:r>
              <a:rPr lang="en-IN" dirty="0"/>
              <a:t>S</a:t>
            </a:r>
            <a:endParaRPr lang="en-IN" dirty="0"/>
          </a:p>
          <a:p>
            <a:r>
              <a:rPr lang="en-IN" dirty="0" smtClean="0"/>
              <a:t>CSE –A</a:t>
            </a:r>
          </a:p>
          <a:p>
            <a:r>
              <a:rPr lang="en-IN" dirty="0"/>
              <a:t> </a:t>
            </a:r>
            <a:r>
              <a:rPr lang="en-IN" dirty="0" smtClean="0"/>
              <a:t>                                                                                                                        TEAM NAME:LEARN AND LAUNCH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698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B99504-09C7-2B75-B316-F253ABD0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833" y="457200"/>
            <a:ext cx="3526971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57200"/>
            <a:ext cx="4572000" cy="4114800"/>
          </a:xfrm>
        </p:spPr>
        <p:txBody>
          <a:bodyPr/>
          <a:lstStyle/>
          <a:p>
            <a:r>
              <a:rPr lang="en-IN" dirty="0"/>
              <a:t>🔹Blood is essential for saving lives.
🔹In emergencies, finding a suitable blood donor quickly is difficult.</a:t>
            </a:r>
          </a:p>
          <a:p>
            <a:r>
              <a:rPr lang="en-IN" dirty="0"/>
              <a:t>🔹Our system helps to find nearby blood donors easily and fast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11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9188A5-110A-569F-5116-92053FA4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572000"/>
            <a:ext cx="9042400" cy="1600200"/>
          </a:xfrm>
        </p:spPr>
        <p:txBody>
          <a:bodyPr/>
          <a:lstStyle/>
          <a:p>
            <a:r>
              <a:rPr lang="en-IN"/>
              <a:t>Problem statement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E8580F-3D2B-09A3-BBB4-2D1986CF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🔹Delay in finding blood donors during emergencies.</a:t>
            </a:r>
          </a:p>
          <a:p>
            <a:pPr marL="0" indent="0">
              <a:buNone/>
            </a:pPr>
            <a:r>
              <a:rPr lang="en-IN" dirty="0"/>
              <a:t>🔹No centralized platform to connect donors and patients.</a:t>
            </a:r>
          </a:p>
          <a:p>
            <a:pPr marL="0" indent="0">
              <a:buNone/>
            </a:pPr>
            <a:r>
              <a:rPr lang="en-IN" dirty="0"/>
              <a:t>🔹Manual searching is slow and unreliable.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402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8000">
        <p14:honeycomb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92B39A-F9D8-5C2B-1B05-4DBFD67A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FFA6BE-90E0-0D15-4277-BB28C28E3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It is database-based system that stores donor details such as:</a:t>
            </a:r>
          </a:p>
          <a:p>
            <a:r>
              <a:rPr lang="en-IN" dirty="0" smtClean="0"/>
              <a:t>         Name </a:t>
            </a:r>
          </a:p>
          <a:p>
            <a:r>
              <a:rPr lang="en-IN" dirty="0"/>
              <a:t> </a:t>
            </a:r>
            <a:r>
              <a:rPr lang="en-IN" dirty="0" smtClean="0"/>
              <a:t>        Blood group</a:t>
            </a:r>
          </a:p>
          <a:p>
            <a:r>
              <a:rPr lang="en-IN" dirty="0"/>
              <a:t> </a:t>
            </a:r>
            <a:r>
              <a:rPr lang="en-IN" dirty="0" smtClean="0"/>
              <a:t>        Contact number</a:t>
            </a:r>
          </a:p>
          <a:p>
            <a:r>
              <a:rPr lang="en-IN" dirty="0"/>
              <a:t> </a:t>
            </a:r>
            <a:r>
              <a:rPr lang="en-IN" dirty="0" smtClean="0"/>
              <a:t>        Location</a:t>
            </a:r>
          </a:p>
          <a:p>
            <a:pPr marL="0" indent="0">
              <a:buNone/>
            </a:pPr>
            <a:r>
              <a:rPr lang="en-IN" dirty="0" smtClean="0"/>
              <a:t>When blood is needed the system searches and shows available matching donor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32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97DB36-0EA1-9E35-5F4F-0E16424D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457200"/>
            <a:ext cx="3936998" cy="4114800"/>
          </a:xfrm>
        </p:spPr>
        <p:txBody>
          <a:bodyPr/>
          <a:lstStyle/>
          <a:p>
            <a:r>
              <a:rPr lang="en-IN" dirty="0"/>
              <a:t>🔹 </a:t>
            </a:r>
            <a:r>
              <a:rPr lang="en-IN" dirty="0" smtClean="0"/>
              <a:t>User </a:t>
            </a:r>
            <a:r>
              <a:rPr lang="en-IN" dirty="0"/>
              <a:t>registration (Donor &amp; Receiver)
🔹Search donor by blood group and location
🔹Contact donor easily</a:t>
            </a:r>
          </a:p>
          <a:p>
            <a:r>
              <a:rPr lang="en-IN" dirty="0"/>
              <a:t>🔹Simple and user-friendly interface</a:t>
            </a:r>
            <a:endParaRPr lang="en-US" dirty="0"/>
          </a:p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924" y="457200"/>
            <a:ext cx="3058789" cy="4114800"/>
          </a:xfrm>
        </p:spPr>
      </p:pic>
    </p:spTree>
    <p:extLst>
      <p:ext uri="{BB962C8B-B14F-4D97-AF65-F5344CB8AC3E}">
        <p14:creationId xmlns:p14="http://schemas.microsoft.com/office/powerpoint/2010/main" val="3138181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3C3409-C5B2-6EDF-0009-B4721B87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093BA2-969A-80A8-BE56-586C40F6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🔹Donor adds blood group &amp; location
🔹Receiver searches required blood group
🔹System shows matching donors</a:t>
            </a:r>
          </a:p>
          <a:p>
            <a:pPr marL="0" indent="0">
              <a:buNone/>
            </a:pPr>
            <a:r>
              <a:rPr lang="en-IN" dirty="0"/>
              <a:t>🔹Receiver contacts donor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46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B5CDCD-11DD-8498-3E0E-472E4614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480443"/>
            <a:ext cx="6121400" cy="406831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🔹Blood Donor Finder System helps in saving lives.
🔹It provides quick and reliable donor searching</a:t>
            </a:r>
          </a:p>
          <a:p>
            <a:r>
              <a:rPr lang="en-IN" dirty="0"/>
              <a:t>🔹This project can be very useful for society.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030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90944" y="2967335"/>
            <a:ext cx="4410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THANK YOU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2946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5000">
        <p14:honeycomb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48</TotalTime>
  <Words>129</Words>
  <Application>Microsoft Office PowerPoint</Application>
  <PresentationFormat>Custom</PresentationFormat>
  <Paragraphs>29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NewsPrint</vt:lpstr>
      <vt:lpstr>Blood Donor Finder System</vt:lpstr>
      <vt:lpstr>Introduction </vt:lpstr>
      <vt:lpstr>Problem statement </vt:lpstr>
      <vt:lpstr>Objective</vt:lpstr>
      <vt:lpstr>Features</vt:lpstr>
      <vt:lpstr>System Workflow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Donor Finder System</dc:title>
  <dc:creator>HARINI S</dc:creator>
  <cp:lastModifiedBy>student</cp:lastModifiedBy>
  <cp:revision>7</cp:revision>
  <dcterms:created xsi:type="dcterms:W3CDTF">2026-02-09T16:17:06Z</dcterms:created>
  <dcterms:modified xsi:type="dcterms:W3CDTF">2026-02-10T05:56:50Z</dcterms:modified>
</cp:coreProperties>
</file>